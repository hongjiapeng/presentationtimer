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eaaa39fced4be2" /><Relationship Type="http://schemas.openxmlformats.org/officeDocument/2006/relationships/extended-properties" Target="/docProps/app.xml" Id="Rac892c4e858e4e13" /><Relationship Type="http://schemas.openxmlformats.org/officeDocument/2006/relationships/officeDocument" Target="/ppt/presentation.xml" Id="Rb389aa0e82624c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54fe6849c74b81"/>
  </p:sldMasterIdLst>
  <p:notesMasterIdLst>
    <p:notesMasterId xmlns:r="http://schemas.openxmlformats.org/officeDocument/2006/relationships" r:id="R4196438ff5e248fa"/>
  </p:notesMasterIdLst>
  <p:sldIdLst>
    <p:sldId xmlns:r="http://schemas.openxmlformats.org/officeDocument/2006/relationships" id="256" r:id="R0ebb34bd85f844df"/>
    <p:sldId xmlns:r="http://schemas.openxmlformats.org/officeDocument/2006/relationships" id="257" r:id="Rdf17fc72c4b7403b"/>
    <p:sldId xmlns:r="http://schemas.openxmlformats.org/officeDocument/2006/relationships" id="258" r:id="R2b3cbe98caff48f7"/>
    <p:sldId xmlns:r="http://schemas.openxmlformats.org/officeDocument/2006/relationships" id="259" r:id="R0ba2ae510c3541ed"/>
    <p:sldId xmlns:r="http://schemas.openxmlformats.org/officeDocument/2006/relationships" id="260" r:id="Rc2cb62ce16144b9f"/>
    <p:sldId xmlns:r="http://schemas.openxmlformats.org/officeDocument/2006/relationships" id="261" r:id="R53840f4e1abb41d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561bf2882a4e73" /><Relationship Type="http://schemas.openxmlformats.org/officeDocument/2006/relationships/slideMaster" Target="/ppt/slideMasters/slideMaster1.xml" Id="R2b54fe6849c74b81" /><Relationship Type="http://schemas.openxmlformats.org/officeDocument/2006/relationships/notesMaster" Target="/ppt/notesMasters/notesMaster1.xml" Id="R4196438ff5e248fa" /><Relationship Type="http://schemas.openxmlformats.org/officeDocument/2006/relationships/presProps" Target="/ppt/presProps.xml" Id="R3c186c296d8c42c1" /><Relationship Type="http://schemas.openxmlformats.org/officeDocument/2006/relationships/tableStyles" Target="/ppt/tableStyles.xml" Id="R427827270e4f4359" /><Relationship Type="http://schemas.openxmlformats.org/officeDocument/2006/relationships/slide" Target="/ppt/slides/slide1.xml" Id="R0ebb34bd85f844df" /><Relationship Type="http://schemas.openxmlformats.org/officeDocument/2006/relationships/slide" Target="/ppt/slides/slide2.xml" Id="Rdf17fc72c4b7403b" /><Relationship Type="http://schemas.openxmlformats.org/officeDocument/2006/relationships/slide" Target="/ppt/slides/slide3.xml" Id="R2b3cbe98caff48f7" /><Relationship Type="http://schemas.openxmlformats.org/officeDocument/2006/relationships/slide" Target="/ppt/slides/slide4.xml" Id="R0ba2ae510c3541ed" /><Relationship Type="http://schemas.openxmlformats.org/officeDocument/2006/relationships/slide" Target="/ppt/slides/slide5.xml" Id="Rc2cb62ce16144b9f" /><Relationship Type="http://schemas.openxmlformats.org/officeDocument/2006/relationships/slide" Target="/ppt/slides/slide6.xml" Id="R53840f4e1abb41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5089e0b0d943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c7805da5d046a5" /><Relationship Type="http://schemas.openxmlformats.org/officeDocument/2006/relationships/notesMaster" Target="/ppt/notesMasters/notesMaster1.xml" Id="R9e802304686a44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57124b1c544e4c" /><Relationship Type="http://schemas.openxmlformats.org/officeDocument/2006/relationships/notesMaster" Target="/ppt/notesMasters/notesMaster1.xml" Id="R1e2026e8cd9349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3797a89886468f" /><Relationship Type="http://schemas.openxmlformats.org/officeDocument/2006/relationships/notesMaster" Target="/ppt/notesMasters/notesMaster1.xml" Id="R8b9ec4ac3b884b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c7f6c24bef4ada" /><Relationship Type="http://schemas.openxmlformats.org/officeDocument/2006/relationships/notesMaster" Target="/ppt/notesMasters/notesMaster1.xml" Id="Rd4f5df6902b44a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0efe0e5ec44c7d" /><Relationship Type="http://schemas.openxmlformats.org/officeDocument/2006/relationships/notesMaster" Target="/ppt/notesMasters/notesMaster1.xml" Id="R58579a90dd6f41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e6291f13464991" /><Relationship Type="http://schemas.openxmlformats.org/officeDocument/2006/relationships/notesMaster" Target="/ppt/notesMasters/notesMaster1.xml" Id="R3a19ba88256a49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Baseline notes — slide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Line one</a:t>
            </a:r>
          </a:p>
          <a:p xmlns:a="http://schemas.openxmlformats.org/drawingml/2006/main">
            <a:r>
              <a:t>Line two</a:t>
            </a:r>
          </a:p>
          <a:p xmlns:a="http://schemas.openxmlformats.org/drawingml/2006/main">
            <a:r>
              <a:t>Line three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&lt;script&gt;alert("fixture")&lt;/script&gt;</a:t>
            </a:r>
          </a:p>
          <a:p xmlns:a="http://schemas.openxmlformats.org/drawingml/2006/main">
            <a:r>
              <a:t>&lt;strong&gt;Not HTML&lt;/strong&gt;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Hidden-slide notes fixture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Final-slide notes fixture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75eb857fef4ab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253b0cf97b4b32" /><Relationship Type="http://schemas.openxmlformats.org/officeDocument/2006/relationships/slideLayout" Target="/ppt/slideLayouts/slideLayout1.xml" Id="R723bad3c96f646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3bad3c96f646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ce7947e7d45fd" /><Relationship Type="http://schemas.openxmlformats.org/officeDocument/2006/relationships/notesSlide" Target="/ppt/notesSlides/notesSlide1.xml" Id="R10a1fe3e949947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582c5ba7a4c13" /><Relationship Type="http://schemas.openxmlformats.org/officeDocument/2006/relationships/notesSlide" Target="/ppt/notesSlides/notesSlide2.xml" Id="R75fede06bf9f48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afa91ed5148f9" /><Relationship Type="http://schemas.openxmlformats.org/officeDocument/2006/relationships/notesSlide" Target="/ppt/notesSlides/notesSlide3.xml" Id="R478bd83943b54b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d5803fc71d4eb6" /><Relationship Type="http://schemas.openxmlformats.org/officeDocument/2006/relationships/notesSlide" Target="/ppt/notesSlides/notesSlide4.xml" Id="R714bda7ed5b849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bad93d2b704548" /><Relationship Type="http://schemas.openxmlformats.org/officeDocument/2006/relationships/notesSlide" Target="/ppt/notesSlides/notesSlide5.xml" Id="R81ee12f923ea4cb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4045151e04ad1" /><Relationship Type="http://schemas.openxmlformats.org/officeDocument/2006/relationships/notesSlide" Target="/ppt/notesSlides/notesSlide6.xml" Id="R2fad841c22804a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9FF6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Supertitle">
            <a:extLst xmlns:a="http://schemas.openxmlformats.org/drawingml/2006/main">
              <a:ext uri="{FF2B5EF4-FFF2-40B4-BE49-F238E27FC236}">
                <a16:creationId xmlns:a16="http://schemas.microsoft.com/office/drawing/2014/main" id="{B3E83815-3390-4E8A-8A7B-5E07376A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 spc="2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 spc="2">
                <a:solidFill>
                  <a:srgbClr val="111111"/>
                </a:solidFill>
                <a:latin typeface="Aptos"/>
                <a:ea typeface="Aptos"/>
                <a:cs typeface="Aptos"/>
              </a:rPr>
              <a:t>PRESENTATION TIMER</a:t>
            </a:r>
          </a:p>
        </p:txBody>
      </p:sp>
      <p:sp>
        <p:nvSpPr>
          <p:cNvPr id="2" name="CoverFixture">
            <a:extLst xmlns:a="http://schemas.openxmlformats.org/drawingml/2006/main">
              <a:ext uri="{FF2B5EF4-FFF2-40B4-BE49-F238E27FC236}">
                <a16:creationId xmlns:a16="http://schemas.microsoft.com/office/drawing/2014/main" id="{8490CED7-5AD3-47A0-AC90-7D237AA8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00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 spc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 spc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POWERPOINT FIXTURE</a:t>
            </a:r>
          </a:p>
        </p:txBody>
      </p:sp>
      <p:sp>
        <p:nvSpPr>
          <p:cNvPr id="3" name="CoverTitle">
            <a:extLst xmlns:a="http://schemas.openxmlformats.org/drawingml/2006/main">
              <a:ext uri="{FF2B5EF4-FFF2-40B4-BE49-F238E27FC236}">
                <a16:creationId xmlns:a16="http://schemas.microsoft.com/office/drawing/2014/main" id="{4694DE6B-267F-42C4-B0FB-B6315993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10287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01 — Baseline</a:t>
            </a:r>
          </a:p>
          <a:p xmlns:a="http://schemas.openxmlformats.org/drawingml/2006/main">
            <a:pPr>
              <a:defRPr sz="51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manual verification deck</a:t>
            </a:r>
          </a:p>
        </p:txBody>
      </p:sp>
      <p:sp>
        <p:nvSpPr>
          <p:cNvPr id="4" name="CoverNumber">
            <a:extLst xmlns:a="http://schemas.openxmlformats.org/drawingml/2006/main">
              <a:ext uri="{FF2B5EF4-FFF2-40B4-BE49-F238E27FC236}">
                <a16:creationId xmlns:a16="http://schemas.microsoft.com/office/drawing/2014/main" id="{409446FB-8627-4D7B-A23C-4A3775C0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010150"/>
            <a:ext cx="990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FooterLabel-1">
            <a:extLst xmlns:a="http://schemas.openxmlformats.org/drawingml/2006/main">
              <a:ext uri="{FF2B5EF4-FFF2-40B4-BE49-F238E27FC236}">
                <a16:creationId xmlns:a16="http://schemas.microsoft.com/office/drawing/2014/main" id="{14C0F248-1046-4534-982B-27740747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686868"/>
                </a:solidFill>
                <a:latin typeface="Aptos"/>
                <a:ea typeface="Aptos"/>
                <a:cs typeface="Aptos"/>
              </a:rPr>
              <a:t>BASELINE NOTES</a:t>
            </a:r>
          </a:p>
        </p:txBody>
      </p:sp>
      <p:sp>
        <p:nvSpPr>
          <p:cNvPr id="6" name="FooterNumber-1">
            <a:extLst xmlns:a="http://schemas.openxmlformats.org/drawingml/2006/main">
              <a:ext uri="{FF2B5EF4-FFF2-40B4-BE49-F238E27FC236}">
                <a16:creationId xmlns:a16="http://schemas.microsoft.com/office/drawing/2014/main" id="{282E96D4-9510-4521-9247-09705C2E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207776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ase-2">
            <a:extLst xmlns:a="http://schemas.openxmlformats.org/drawingml/2006/main">
              <a:ext uri="{FF2B5EF4-FFF2-40B4-BE49-F238E27FC236}">
                <a16:creationId xmlns:a16="http://schemas.microsoft.com/office/drawing/2014/main" id="{DA9BC766-0C44-4334-A298-23BA2A4C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235BFF"/>
                </a:solidFill>
                <a:latin typeface="Aptos"/>
                <a:ea typeface="Aptos"/>
                <a:cs typeface="Aptos"/>
              </a:defRPr>
            </a:pPr>
            <a:r>
              <a:rPr sz="1050" b="1" spc="1">
                <a:solidFill>
                  <a:srgbClr val="235BFF"/>
                </a:solidFill>
                <a:latin typeface="Aptos"/>
                <a:ea typeface="Aptos"/>
                <a:cs typeface="Aptos"/>
              </a:rPr>
              <a:t>CASE 02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FB36EAE3-1B23-4A6B-B993-76CE9CFA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Empty notes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AEAAEFDE-8F1E-4EF2-953B-7B6EE4BE8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SpecimenCard-2">
            <a:extLst xmlns:a="http://schemas.openxmlformats.org/drawingml/2006/main">
              <a:ext uri="{FF2B5EF4-FFF2-40B4-BE49-F238E27FC236}">
                <a16:creationId xmlns:a16="http://schemas.microsoft.com/office/drawing/2014/main" id="{C002018F-200D-4234-AE73-6C7014A1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72390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B"/>
            </a:solidFill>
            <a:prstDash val="solid"/>
          </a:ln>
        </p:spPr>
      </p:sp>
      <p:sp>
        <p:nvSpPr>
          <p:cNvPr id="5" name="SpecimenLabel-2">
            <a:extLst xmlns:a="http://schemas.openxmlformats.org/drawingml/2006/main">
              <a:ext uri="{FF2B5EF4-FFF2-40B4-BE49-F238E27FC236}">
                <a16:creationId xmlns:a16="http://schemas.microsoft.com/office/drawing/2014/main" id="{E7A81BE3-8C29-45D3-BC11-2BEFABA2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686868"/>
                </a:solidFill>
                <a:latin typeface="Aptos"/>
                <a:ea typeface="Aptos"/>
                <a:cs typeface="Aptos"/>
              </a:rPr>
              <a:t>EXPECTED SPEAKER-NOTES TEXT</a:t>
            </a:r>
          </a:p>
        </p:txBody>
      </p:sp>
      <p:sp>
        <p:nvSpPr>
          <p:cNvPr id="6" name="Specimen-2">
            <a:extLst xmlns:a="http://schemas.openxmlformats.org/drawingml/2006/main">
              <a:ext uri="{FF2B5EF4-FFF2-40B4-BE49-F238E27FC236}">
                <a16:creationId xmlns:a16="http://schemas.microsoft.com/office/drawing/2014/main" id="{01BAE164-0FE6-4435-B932-1E604022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572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[intentionally empty]</a:t>
            </a:r>
          </a:p>
        </p:txBody>
      </p:sp>
      <p:sp>
        <p:nvSpPr>
          <p:cNvPr id="7" name="PurposeCard-2">
            <a:extLst xmlns:a="http://schemas.openxmlformats.org/drawingml/2006/main">
              <a:ext uri="{FF2B5EF4-FFF2-40B4-BE49-F238E27FC236}">
                <a16:creationId xmlns:a16="http://schemas.microsoft.com/office/drawing/2014/main" id="{316A0BA0-0426-405D-A9C2-36F97C43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14550"/>
            <a:ext cx="36957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235BFF"/>
          </a:solidFill>
          <a:ln xmlns:a="http://schemas.openxmlformats.org/drawingml/2006/main" w="9525">
            <a:solidFill>
              <a:srgbClr val="D8D5CB"/>
            </a:solidFill>
            <a:prstDash val="solid"/>
          </a:ln>
        </p:spPr>
      </p:sp>
      <p:sp>
        <p:nvSpPr>
          <p:cNvPr id="8" name="PurposeLabel-2">
            <a:extLst xmlns:a="http://schemas.openxmlformats.org/drawingml/2006/main">
              <a:ext uri="{FF2B5EF4-FFF2-40B4-BE49-F238E27FC236}">
                <a16:creationId xmlns:a16="http://schemas.microsoft.com/office/drawing/2014/main" id="{6DBF1EC8-33EB-4EDC-91E0-CE37B979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9" name="Purpose-2">
            <a:extLst xmlns:a="http://schemas.openxmlformats.org/drawingml/2006/main">
              <a:ext uri="{FF2B5EF4-FFF2-40B4-BE49-F238E27FC236}">
                <a16:creationId xmlns:a16="http://schemas.microsoft.com/office/drawing/2014/main" id="{82F47D4C-69F3-4EBE-866D-183FF163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3048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Desktop and phone show no stale notes from slide 01.</a:t>
            </a:r>
          </a:p>
        </p:txBody>
      </p:sp>
      <p:sp>
        <p:nvSpPr>
          <p:cNvPr id="10" name="FooterLabel-2">
            <a:extLst xmlns:a="http://schemas.openxmlformats.org/drawingml/2006/main">
              <a:ext uri="{FF2B5EF4-FFF2-40B4-BE49-F238E27FC236}">
                <a16:creationId xmlns:a16="http://schemas.microsoft.com/office/drawing/2014/main" id="{93568E7B-CAD9-4207-AD0B-370B6849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686868"/>
                </a:solidFill>
                <a:latin typeface="Aptos"/>
                <a:ea typeface="Aptos"/>
                <a:cs typeface="Aptos"/>
              </a:rPr>
              <a:t>EMPTY NOTES</a:t>
            </a:r>
          </a:p>
        </p:txBody>
      </p:sp>
      <p:sp>
        <p:nvSpPr>
          <p:cNvPr id="11" name="FooterNumber-2">
            <a:extLst xmlns:a="http://schemas.openxmlformats.org/drawingml/2006/main">
              <a:ext uri="{FF2B5EF4-FFF2-40B4-BE49-F238E27FC236}">
                <a16:creationId xmlns:a16="http://schemas.microsoft.com/office/drawing/2014/main" id="{B9118147-88D0-4034-980C-CF413792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966049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ase-3">
            <a:extLst xmlns:a="http://schemas.openxmlformats.org/drawingml/2006/main">
              <a:ext uri="{FF2B5EF4-FFF2-40B4-BE49-F238E27FC236}">
                <a16:creationId xmlns:a16="http://schemas.microsoft.com/office/drawing/2014/main" id="{309C76D7-F892-4D11-9570-C49CE669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235BFF"/>
                </a:solidFill>
                <a:latin typeface="Aptos"/>
                <a:ea typeface="Aptos"/>
                <a:cs typeface="Aptos"/>
              </a:defRPr>
            </a:pPr>
            <a:r>
              <a:rPr sz="1050" b="1" spc="1">
                <a:solidFill>
                  <a:srgbClr val="235BFF"/>
                </a:solidFill>
                <a:latin typeface="Aptos"/>
                <a:ea typeface="Aptos"/>
                <a:cs typeface="Aptos"/>
              </a:rPr>
              <a:t>CASE 03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2BEDCE3-153F-4AF9-9C1E-9B615500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Multiline notes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09FA7233-7ECB-45BC-B318-660509E1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SpecimenCard-3">
            <a:extLst xmlns:a="http://schemas.openxmlformats.org/drawingml/2006/main">
              <a:ext uri="{FF2B5EF4-FFF2-40B4-BE49-F238E27FC236}">
                <a16:creationId xmlns:a16="http://schemas.microsoft.com/office/drawing/2014/main" id="{28CC9F62-476D-457E-87FD-F9F8A3E8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72390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B"/>
            </a:solidFill>
            <a:prstDash val="solid"/>
          </a:ln>
        </p:spPr>
      </p:sp>
      <p:sp>
        <p:nvSpPr>
          <p:cNvPr id="5" name="SpecimenLabel-3">
            <a:extLst xmlns:a="http://schemas.openxmlformats.org/drawingml/2006/main">
              <a:ext uri="{FF2B5EF4-FFF2-40B4-BE49-F238E27FC236}">
                <a16:creationId xmlns:a16="http://schemas.microsoft.com/office/drawing/2014/main" id="{1AA45ABE-948F-47C3-84CC-59FEFC81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686868"/>
                </a:solidFill>
                <a:latin typeface="Aptos"/>
                <a:ea typeface="Aptos"/>
                <a:cs typeface="Aptos"/>
              </a:rPr>
              <a:t>EXPECTED SPEAKER-NOTES TEXT</a:t>
            </a:r>
          </a:p>
        </p:txBody>
      </p:sp>
      <p:sp>
        <p:nvSpPr>
          <p:cNvPr id="6" name="Specimen-3">
            <a:extLst xmlns:a="http://schemas.openxmlformats.org/drawingml/2006/main">
              <a:ext uri="{FF2B5EF4-FFF2-40B4-BE49-F238E27FC236}">
                <a16:creationId xmlns:a16="http://schemas.microsoft.com/office/drawing/2014/main" id="{DF059BC7-6871-4A20-853D-D509F9FE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572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Line one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Line two</a:t>
            </a:r>
          </a:p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Line three</a:t>
            </a:r>
          </a:p>
        </p:txBody>
      </p:sp>
      <p:sp>
        <p:nvSpPr>
          <p:cNvPr id="7" name="PurposeCard-3">
            <a:extLst xmlns:a="http://schemas.openxmlformats.org/drawingml/2006/main">
              <a:ext uri="{FF2B5EF4-FFF2-40B4-BE49-F238E27FC236}">
                <a16:creationId xmlns:a16="http://schemas.microsoft.com/office/drawing/2014/main" id="{CBA1473B-5314-44DB-A3A7-5B2DD3A25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14550"/>
            <a:ext cx="36957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C9FF65"/>
          </a:solidFill>
          <a:ln xmlns:a="http://schemas.openxmlformats.org/drawingml/2006/main" w="9525">
            <a:solidFill>
              <a:srgbClr val="D8D5CB"/>
            </a:solidFill>
            <a:prstDash val="solid"/>
          </a:ln>
        </p:spPr>
      </p:sp>
      <p:sp>
        <p:nvSpPr>
          <p:cNvPr id="8" name="PurposeLabel-3">
            <a:extLst xmlns:a="http://schemas.openxmlformats.org/drawingml/2006/main">
              <a:ext uri="{FF2B5EF4-FFF2-40B4-BE49-F238E27FC236}">
                <a16:creationId xmlns:a16="http://schemas.microsoft.com/office/drawing/2014/main" id="{3551AA5F-F903-4335-8BF9-4E6EC42B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9" name="Purpose-3">
            <a:extLst xmlns:a="http://schemas.openxmlformats.org/drawingml/2006/main">
              <a:ext uri="{FF2B5EF4-FFF2-40B4-BE49-F238E27FC236}">
                <a16:creationId xmlns:a16="http://schemas.microsoft.com/office/drawing/2014/main" id="{56723A84-55AD-4047-8879-011A46D4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3048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Line breaks survive COM extraction, desktop projection, and phone rendering.</a:t>
            </a:r>
          </a:p>
        </p:txBody>
      </p:sp>
      <p:sp>
        <p:nvSpPr>
          <p:cNvPr id="10" name="FooterLabel-3">
            <a:extLst xmlns:a="http://schemas.openxmlformats.org/drawingml/2006/main">
              <a:ext uri="{FF2B5EF4-FFF2-40B4-BE49-F238E27FC236}">
                <a16:creationId xmlns:a16="http://schemas.microsoft.com/office/drawing/2014/main" id="{5C5C5CFF-A338-4550-8050-8842BD11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686868"/>
                </a:solidFill>
                <a:latin typeface="Aptos"/>
                <a:ea typeface="Aptos"/>
                <a:cs typeface="Aptos"/>
              </a:rPr>
              <a:t>MULTILINE NOTES</a:t>
            </a:r>
          </a:p>
        </p:txBody>
      </p:sp>
      <p:sp>
        <p:nvSpPr>
          <p:cNvPr id="11" name="FooterNumber-3">
            <a:extLst xmlns:a="http://schemas.openxmlformats.org/drawingml/2006/main">
              <a:ext uri="{FF2B5EF4-FFF2-40B4-BE49-F238E27FC236}">
                <a16:creationId xmlns:a16="http://schemas.microsoft.com/office/drawing/2014/main" id="{48989A11-3031-4723-9714-CD588917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528303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ase-4">
            <a:extLst xmlns:a="http://schemas.openxmlformats.org/drawingml/2006/main">
              <a:ext uri="{FF2B5EF4-FFF2-40B4-BE49-F238E27FC236}">
                <a16:creationId xmlns:a16="http://schemas.microsoft.com/office/drawing/2014/main" id="{29F8297F-F31F-4DC7-B5D1-661AE4AF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235BFF"/>
                </a:solidFill>
                <a:latin typeface="Aptos"/>
                <a:ea typeface="Aptos"/>
                <a:cs typeface="Aptos"/>
              </a:defRPr>
            </a:pPr>
            <a:r>
              <a:rPr sz="1050" b="1" spc="1">
                <a:solidFill>
                  <a:srgbClr val="235BFF"/>
                </a:solidFill>
                <a:latin typeface="Aptos"/>
                <a:ea typeface="Aptos"/>
                <a:cs typeface="Aptos"/>
              </a:rPr>
              <a:t>CASE 04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C043C74-D04B-4CC5-833D-059137C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Markup-like notes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CC5ACACE-9666-4D0F-B65B-83A32E01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SpecimenCard-4">
            <a:extLst xmlns:a="http://schemas.openxmlformats.org/drawingml/2006/main">
              <a:ext uri="{FF2B5EF4-FFF2-40B4-BE49-F238E27FC236}">
                <a16:creationId xmlns:a16="http://schemas.microsoft.com/office/drawing/2014/main" id="{79F54587-876A-4CA9-A09C-792E526E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72390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B"/>
            </a:solidFill>
            <a:prstDash val="solid"/>
          </a:ln>
        </p:spPr>
      </p:sp>
      <p:sp>
        <p:nvSpPr>
          <p:cNvPr id="5" name="SpecimenLabel-4">
            <a:extLst xmlns:a="http://schemas.openxmlformats.org/drawingml/2006/main">
              <a:ext uri="{FF2B5EF4-FFF2-40B4-BE49-F238E27FC236}">
                <a16:creationId xmlns:a16="http://schemas.microsoft.com/office/drawing/2014/main" id="{1F060278-2BA8-4A79-8208-9127F439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686868"/>
                </a:solidFill>
                <a:latin typeface="Aptos"/>
                <a:ea typeface="Aptos"/>
                <a:cs typeface="Aptos"/>
              </a:rPr>
              <a:t>EXPECTED SPEAKER-NOTES TEXT</a:t>
            </a:r>
          </a:p>
        </p:txBody>
      </p:sp>
      <p:sp>
        <p:nvSpPr>
          <p:cNvPr id="6" name="Specimen-4">
            <a:extLst xmlns:a="http://schemas.openxmlformats.org/drawingml/2006/main">
              <a:ext uri="{FF2B5EF4-FFF2-40B4-BE49-F238E27FC236}">
                <a16:creationId xmlns:a16="http://schemas.microsoft.com/office/drawing/2014/main" id="{540F6D3E-9561-48E6-9909-6FE93A4E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572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&lt;script&gt;alert("fixture")&lt;/script&gt;</a:t>
            </a:r>
          </a:p>
          <a:p xmlns:a="http://schemas.openxmlformats.org/drawingml/2006/main">
            <a:pPr>
              <a:defRPr sz="18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&lt;strong&gt;Not HTML&lt;/strong&gt;</a:t>
            </a:r>
          </a:p>
        </p:txBody>
      </p:sp>
      <p:sp>
        <p:nvSpPr>
          <p:cNvPr id="7" name="PurposeCard-4">
            <a:extLst xmlns:a="http://schemas.openxmlformats.org/drawingml/2006/main">
              <a:ext uri="{FF2B5EF4-FFF2-40B4-BE49-F238E27FC236}">
                <a16:creationId xmlns:a16="http://schemas.microsoft.com/office/drawing/2014/main" id="{816714C9-632D-42EE-8956-388FAC99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14550"/>
            <a:ext cx="36957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6B5D"/>
          </a:solidFill>
          <a:ln xmlns:a="http://schemas.openxmlformats.org/drawingml/2006/main" w="9525">
            <a:solidFill>
              <a:srgbClr val="D8D5CB"/>
            </a:solidFill>
            <a:prstDash val="solid"/>
          </a:ln>
        </p:spPr>
      </p:sp>
      <p:sp>
        <p:nvSpPr>
          <p:cNvPr id="8" name="PurposeLabel-4">
            <a:extLst xmlns:a="http://schemas.openxmlformats.org/drawingml/2006/main">
              <a:ext uri="{FF2B5EF4-FFF2-40B4-BE49-F238E27FC236}">
                <a16:creationId xmlns:a16="http://schemas.microsoft.com/office/drawing/2014/main" id="{6929CF8D-FC60-46F6-A003-7AB53A48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9" name="Purpose-4">
            <a:extLst xmlns:a="http://schemas.openxmlformats.org/drawingml/2006/main">
              <a:ext uri="{FF2B5EF4-FFF2-40B4-BE49-F238E27FC236}">
                <a16:creationId xmlns:a16="http://schemas.microsoft.com/office/drawing/2014/main" id="{33F6AED4-4B09-410A-912E-0478E060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3048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Markup remains visible plain text and never executes in the browser.</a:t>
            </a:r>
          </a:p>
        </p:txBody>
      </p:sp>
      <p:sp>
        <p:nvSpPr>
          <p:cNvPr id="10" name="FooterLabel-4">
            <a:extLst xmlns:a="http://schemas.openxmlformats.org/drawingml/2006/main">
              <a:ext uri="{FF2B5EF4-FFF2-40B4-BE49-F238E27FC236}">
                <a16:creationId xmlns:a16="http://schemas.microsoft.com/office/drawing/2014/main" id="{89661EB2-44EC-47F5-A946-4BA2546F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686868"/>
                </a:solidFill>
                <a:latin typeface="Aptos"/>
                <a:ea typeface="Aptos"/>
                <a:cs typeface="Aptos"/>
              </a:rPr>
              <a:t>PLAIN-TEXT SAFETY</a:t>
            </a:r>
          </a:p>
        </p:txBody>
      </p:sp>
      <p:sp>
        <p:nvSpPr>
          <p:cNvPr id="11" name="FooterNumber-4">
            <a:extLst xmlns:a="http://schemas.openxmlformats.org/drawingml/2006/main">
              <a:ext uri="{FF2B5EF4-FFF2-40B4-BE49-F238E27FC236}">
                <a16:creationId xmlns:a16="http://schemas.microsoft.com/office/drawing/2014/main" id="{6645369F-282B-4296-8795-A06C3A8B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98695096"/>
      </p:ext>
    </p:extLst>
  </p:cSld>
</p:sld>
</file>

<file path=ppt/slides/slide5.xml><?xml version="1.0" encoding="utf-8"?>
<p:sld xmlns:p="http://schemas.openxmlformats.org/presentationml/2006/main" show="0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ase-5">
            <a:extLst xmlns:a="http://schemas.openxmlformats.org/drawingml/2006/main">
              <a:ext uri="{FF2B5EF4-FFF2-40B4-BE49-F238E27FC236}">
                <a16:creationId xmlns:a16="http://schemas.microsoft.com/office/drawing/2014/main" id="{58D77A27-4E0B-44C6-9985-02E5FA7F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235BFF"/>
                </a:solidFill>
                <a:latin typeface="Aptos"/>
                <a:ea typeface="Aptos"/>
                <a:cs typeface="Aptos"/>
              </a:defRPr>
            </a:pPr>
            <a:r>
              <a:rPr sz="1050" b="1" spc="1">
                <a:solidFill>
                  <a:srgbClr val="235BFF"/>
                </a:solidFill>
                <a:latin typeface="Aptos"/>
                <a:ea typeface="Aptos"/>
                <a:cs typeface="Aptos"/>
              </a:rPr>
              <a:t>CASE 05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7451DE68-5325-4452-9FE7-67B4FDA6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Hidden slide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EF61233E-5DA8-48B8-B0FC-675FB460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SpecimenCard-5">
            <a:extLst xmlns:a="http://schemas.openxmlformats.org/drawingml/2006/main">
              <a:ext uri="{FF2B5EF4-FFF2-40B4-BE49-F238E27FC236}">
                <a16:creationId xmlns:a16="http://schemas.microsoft.com/office/drawing/2014/main" id="{57A7D6FC-D758-4EFF-884A-108B71AE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72390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B"/>
            </a:solidFill>
            <a:prstDash val="solid"/>
          </a:ln>
        </p:spPr>
      </p:sp>
      <p:sp>
        <p:nvSpPr>
          <p:cNvPr id="5" name="SpecimenLabel-5">
            <a:extLst xmlns:a="http://schemas.openxmlformats.org/drawingml/2006/main">
              <a:ext uri="{FF2B5EF4-FFF2-40B4-BE49-F238E27FC236}">
                <a16:creationId xmlns:a16="http://schemas.microsoft.com/office/drawing/2014/main" id="{114B9CE2-08F6-4429-A2A4-A2844E6C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686868"/>
                </a:solidFill>
                <a:latin typeface="Aptos"/>
                <a:ea typeface="Aptos"/>
                <a:cs typeface="Aptos"/>
              </a:rPr>
              <a:t>EXPECTED SPEAKER-NOTES TEXT</a:t>
            </a:r>
          </a:p>
        </p:txBody>
      </p:sp>
      <p:sp>
        <p:nvSpPr>
          <p:cNvPr id="6" name="Specimen-5">
            <a:extLst xmlns:a="http://schemas.openxmlformats.org/drawingml/2006/main">
              <a:ext uri="{FF2B5EF4-FFF2-40B4-BE49-F238E27FC236}">
                <a16:creationId xmlns:a16="http://schemas.microsoft.com/office/drawing/2014/main" id="{191FEB31-BD34-44D9-8270-41A9D8EF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572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Hidden-slide notes fixture</a:t>
            </a:r>
          </a:p>
        </p:txBody>
      </p:sp>
      <p:sp>
        <p:nvSpPr>
          <p:cNvPr id="7" name="PurposeCard-5">
            <a:extLst xmlns:a="http://schemas.openxmlformats.org/drawingml/2006/main">
              <a:ext uri="{FF2B5EF4-FFF2-40B4-BE49-F238E27FC236}">
                <a16:creationId xmlns:a16="http://schemas.microsoft.com/office/drawing/2014/main" id="{4A65C93E-66CA-4B87-9E3E-D8C834B9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14550"/>
            <a:ext cx="36957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235BFF"/>
          </a:solidFill>
          <a:ln xmlns:a="http://schemas.openxmlformats.org/drawingml/2006/main" w="9525">
            <a:solidFill>
              <a:srgbClr val="D8D5CB"/>
            </a:solidFill>
            <a:prstDash val="solid"/>
          </a:ln>
        </p:spPr>
      </p:sp>
      <p:sp>
        <p:nvSpPr>
          <p:cNvPr id="8" name="PurposeLabel-5">
            <a:extLst xmlns:a="http://schemas.openxmlformats.org/drawingml/2006/main">
              <a:ext uri="{FF2B5EF4-FFF2-40B4-BE49-F238E27FC236}">
                <a16:creationId xmlns:a16="http://schemas.microsoft.com/office/drawing/2014/main" id="{E0A52852-DCE6-4761-89E2-A728F916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9" name="Purpose-5">
            <a:extLst xmlns:a="http://schemas.openxmlformats.org/drawingml/2006/main">
              <a:ext uri="{FF2B5EF4-FFF2-40B4-BE49-F238E27FC236}">
                <a16:creationId xmlns:a16="http://schemas.microsoft.com/office/drawing/2014/main" id="{1FD838FA-1B16-415F-B748-F7854292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3048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This slide is genuinely hidden; slide counts and navigation behavior stay authoritative.</a:t>
            </a:r>
          </a:p>
        </p:txBody>
      </p:sp>
      <p:sp>
        <p:nvSpPr>
          <p:cNvPr id="10" name="FooterLabel-5">
            <a:extLst xmlns:a="http://schemas.openxmlformats.org/drawingml/2006/main">
              <a:ext uri="{FF2B5EF4-FFF2-40B4-BE49-F238E27FC236}">
                <a16:creationId xmlns:a16="http://schemas.microsoft.com/office/drawing/2014/main" id="{E79371BF-1435-4D0F-9BDD-032E599F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686868"/>
                </a:solidFill>
                <a:latin typeface="Aptos"/>
                <a:ea typeface="Aptos"/>
                <a:cs typeface="Aptos"/>
              </a:rPr>
              <a:t>HIDDEN SLIDE</a:t>
            </a:r>
          </a:p>
        </p:txBody>
      </p:sp>
      <p:sp>
        <p:nvSpPr>
          <p:cNvPr id="11" name="FooterNumber-5">
            <a:extLst xmlns:a="http://schemas.openxmlformats.org/drawingml/2006/main">
              <a:ext uri="{FF2B5EF4-FFF2-40B4-BE49-F238E27FC236}">
                <a16:creationId xmlns:a16="http://schemas.microsoft.com/office/drawing/2014/main" id="{5B8383C6-88F6-4A6E-A045-9E315455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37689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ase-6">
            <a:extLst xmlns:a="http://schemas.openxmlformats.org/drawingml/2006/main">
              <a:ext uri="{FF2B5EF4-FFF2-40B4-BE49-F238E27FC236}">
                <a16:creationId xmlns:a16="http://schemas.microsoft.com/office/drawing/2014/main" id="{B68896AE-74B4-46CF-820F-56B5D59A0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spc="1">
                <a:solidFill>
                  <a:srgbClr val="235BFF"/>
                </a:solidFill>
                <a:latin typeface="Aptos"/>
                <a:ea typeface="Aptos"/>
                <a:cs typeface="Aptos"/>
              </a:defRPr>
            </a:pPr>
            <a:r>
              <a:rPr sz="1050" b="1" spc="1">
                <a:solidFill>
                  <a:srgbClr val="235BFF"/>
                </a:solidFill>
                <a:latin typeface="Aptos"/>
                <a:ea typeface="Aptos"/>
                <a:cs typeface="Aptos"/>
              </a:rPr>
              <a:t>CASE 06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0ABB08C-B6CE-4CCD-B0BB-BCD6C5AC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38200"/>
            <a:ext cx="11277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Final slide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CA3E4ED1-B2E1-4A4D-8112-2E45CEA6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SpecimenCard-6">
            <a:extLst xmlns:a="http://schemas.openxmlformats.org/drawingml/2006/main">
              <a:ext uri="{FF2B5EF4-FFF2-40B4-BE49-F238E27FC236}">
                <a16:creationId xmlns:a16="http://schemas.microsoft.com/office/drawing/2014/main" id="{52B5AB39-4BCD-4162-8B3D-FFCC8C0A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72390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B"/>
            </a:solidFill>
            <a:prstDash val="solid"/>
          </a:ln>
        </p:spPr>
      </p:sp>
      <p:sp>
        <p:nvSpPr>
          <p:cNvPr id="5" name="SpecimenLabel-6">
            <a:extLst xmlns:a="http://schemas.openxmlformats.org/drawingml/2006/main">
              <a:ext uri="{FF2B5EF4-FFF2-40B4-BE49-F238E27FC236}">
                <a16:creationId xmlns:a16="http://schemas.microsoft.com/office/drawing/2014/main" id="{F044CB46-CC0F-4691-B812-37491496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686868"/>
                </a:solidFill>
                <a:latin typeface="Aptos"/>
                <a:ea typeface="Aptos"/>
                <a:cs typeface="Aptos"/>
              </a:rPr>
              <a:t>EXPECTED SPEAKER-NOTES TEXT</a:t>
            </a:r>
          </a:p>
        </p:txBody>
      </p:sp>
      <p:sp>
        <p:nvSpPr>
          <p:cNvPr id="6" name="Specimen-6">
            <a:extLst xmlns:a="http://schemas.openxmlformats.org/drawingml/2006/main">
              <a:ext uri="{FF2B5EF4-FFF2-40B4-BE49-F238E27FC236}">
                <a16:creationId xmlns:a16="http://schemas.microsoft.com/office/drawing/2014/main" id="{9D909418-7690-4F29-B7E4-B61C6C9F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5722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Final-slide notes fixture</a:t>
            </a:r>
          </a:p>
        </p:txBody>
      </p:sp>
      <p:sp>
        <p:nvSpPr>
          <p:cNvPr id="7" name="PurposeCard-6">
            <a:extLst xmlns:a="http://schemas.openxmlformats.org/drawingml/2006/main">
              <a:ext uri="{FF2B5EF4-FFF2-40B4-BE49-F238E27FC236}">
                <a16:creationId xmlns:a16="http://schemas.microsoft.com/office/drawing/2014/main" id="{9CE5B9C4-699C-4093-8FAA-1B83CFB89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14550"/>
            <a:ext cx="3695700" cy="361950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C9FF65"/>
          </a:solidFill>
          <a:ln xmlns:a="http://schemas.openxmlformats.org/drawingml/2006/main" w="9525">
            <a:solidFill>
              <a:srgbClr val="D8D5CB"/>
            </a:solidFill>
            <a:prstDash val="solid"/>
          </a:ln>
        </p:spPr>
      </p:sp>
      <p:sp>
        <p:nvSpPr>
          <p:cNvPr id="8" name="PurposeLabel-6">
            <a:extLst xmlns:a="http://schemas.openxmlformats.org/drawingml/2006/main">
              <a:ext uri="{FF2B5EF4-FFF2-40B4-BE49-F238E27FC236}">
                <a16:creationId xmlns:a16="http://schemas.microsoft.com/office/drawing/2014/main" id="{BE3E6F75-B205-44F0-BBF6-2F1FCBE6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193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9" name="Purpose-6">
            <a:extLst xmlns:a="http://schemas.openxmlformats.org/drawingml/2006/main">
              <a:ext uri="{FF2B5EF4-FFF2-40B4-BE49-F238E27FC236}">
                <a16:creationId xmlns:a16="http://schemas.microsoft.com/office/drawing/2014/main" id="{02FA5DB4-3704-4788-AB62-7861197D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304800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Next at the deck boundary never publishes an invented index or stale notes.</a:t>
            </a:r>
          </a:p>
        </p:txBody>
      </p:sp>
      <p:sp>
        <p:nvSpPr>
          <p:cNvPr id="10" name="FooterLabel-6">
            <a:extLst xmlns:a="http://schemas.openxmlformats.org/drawingml/2006/main">
              <a:ext uri="{FF2B5EF4-FFF2-40B4-BE49-F238E27FC236}">
                <a16:creationId xmlns:a16="http://schemas.microsoft.com/office/drawing/2014/main" id="{5E6C8463-D6D1-48A1-A8B2-8BD55932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341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spc="1">
                <a:solidFill>
                  <a:srgbClr val="686868"/>
                </a:solidFill>
                <a:latin typeface="Aptos"/>
                <a:ea typeface="Aptos"/>
                <a:cs typeface="Aptos"/>
              </a:defRPr>
            </a:pPr>
            <a:r>
              <a:rPr sz="900" b="1" spc="1">
                <a:solidFill>
                  <a:srgbClr val="686868"/>
                </a:solidFill>
                <a:latin typeface="Aptos"/>
                <a:ea typeface="Aptos"/>
                <a:cs typeface="Aptos"/>
              </a:rPr>
              <a:t>FINAL BOUNDARY</a:t>
            </a:r>
          </a:p>
        </p:txBody>
      </p:sp>
      <p:sp>
        <p:nvSpPr>
          <p:cNvPr id="11" name="FooterNumber-6">
            <a:extLst xmlns:a="http://schemas.openxmlformats.org/drawingml/2006/main">
              <a:ext uri="{FF2B5EF4-FFF2-40B4-BE49-F238E27FC236}">
                <a16:creationId xmlns:a16="http://schemas.microsoft.com/office/drawing/2014/main" id="{B51A4693-D5C7-4A0C-8801-3905128A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865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697053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2026-08-21T16:46:29.9640000Z</dcterms:created>
  <dcterms:modified xsi:type="dcterms:W3CDTF">2026-08-21T16:46:29.9640000Z</dcterms:modified>
</coreProperties>
</file>